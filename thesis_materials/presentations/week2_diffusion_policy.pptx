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Week 2: Diffusion Policy</a:t>
            </a:r>
            <a:br/>
            <a:r>
              <a:t>Architecture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DDPM-based Action Chunk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Anudeep Gottapu  |  Arizona State University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Diffusion Policy?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Multimodal distribution modeling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Captures legible/neutral/deceptive in one model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Training-free controllability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Iterative denoising allows gradient-based steering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Chunk-based prediction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32-step chunks provide temporal coherence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State-of-the-art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Chi et al. (2023): DDPM policies outperform explicit classes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Key insight:</a:t>
            </a:r>
            <a:r>
              <a:rPr sz="1600" b="0">
                <a:solidFill>
                  <a:srgbClr val="2D2D2D"/>
                </a:solidFill>
                <a:latin typeface="Calibri"/>
              </a:rPr>
              <a:t> By learning a distribution over trajectories, we can later steer toward legibility.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DDPM Training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Forward:</a:t>
            </a:r>
            <a:r>
              <a:rPr sz="1500" b="0">
                <a:solidFill>
                  <a:srgbClr val="2D2D2D"/>
                </a:solidFill>
                <a:latin typeface="Calibri"/>
              </a:rPr>
              <a:t> q(x_t | x_0) = N(x_t; √α̅_t x_0, (1-α̅_t)I)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Objective:</a:t>
            </a:r>
            <a:r>
              <a:rPr sz="1500" b="0">
                <a:solidFill>
                  <a:srgbClr val="2D2D2D"/>
                </a:solidFill>
                <a:latin typeface="Calibri"/>
              </a:rPr>
              <a:t> L = E[‖ε − ε_θ(x_t, t)‖²]  (predict noise)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Reverse:</a:t>
            </a:r>
            <a:r>
              <a:rPr sz="1500" b="0">
                <a:solidFill>
                  <a:srgbClr val="2D2D2D"/>
                </a:solidFill>
                <a:latin typeface="Calibri"/>
              </a:rPr>
              <a:t> x_{t-1} = (1/√α_t)(x_t − β_t/√(1-α̅_t) ε_θ) + σ_t z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Linear noise schedule: β_start=0.0001, β_end=0.1, T=100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ε-prediction (no tanh on output — predicts unbounded noise)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U-Net Architecture (~5.5M params)</a:t>
            </a:r>
          </a:p>
        </p:txBody>
      </p:sp>
      <p:pic>
        <p:nvPicPr>
          <p:cNvPr id="5" name="Picture 4" descr="fig8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517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Training Configuration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09728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 Model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Model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Demo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400 (combined)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200 (left/right)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Hidden dim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Encoder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1e-4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EMA decay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DDIM Inference (10-Step)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100-step training → 10-step DDIM inference (10× speedup)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η = 0.3 (partial stochasticity for diversity)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Temporal ensemble: weighted blend of overlapping predictions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Execution:</a:t>
            </a:r>
            <a:r>
              <a:rPr sz="1600" b="0">
                <a:solidFill>
                  <a:srgbClr val="2D2D2D"/>
                </a:solidFill>
                <a:latin typeface="Calibri"/>
              </a:rPr>
              <a:t> Predict 32-step chunk, execute first 8 steps, re-predict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Provides both planning horizon (32) and responsiveness (replan every 8 steps)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Training Results</a:t>
            </a:r>
          </a:p>
        </p:txBody>
      </p:sp>
      <p:pic>
        <p:nvPicPr>
          <p:cNvPr id="5" name="Picture 4" descr="fig1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2052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6,920 chunks</a:t>
            </a:r>
            <a:r>
              <a:rPr sz="1400" b="0">
                <a:solidFill>
                  <a:srgbClr val="2D2D2D"/>
                </a:solidFill>
                <a:latin typeface="Calibri"/>
              </a:rPr>
              <a:t> from 400 demos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horizon=32, stride=2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Loss: 0.154 → 0.045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 Policy Evaluation (50 Episodes)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84% (42/50)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Mean Episode Length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344 steps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Picked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31/42 (73.8%)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Picked Right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11/42 (26.2%)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0" y="10972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Left-side bias reflects demo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16% failure rate — some episodes fail to lift block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Policy learns multi-style distribution but doesn’t distinguish at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Debugging Journey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Initial 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13%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Checkpoint saved normalized stats (mean=0, std=1)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Seed eval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87% failure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Modal collapse in some seeds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Early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25%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Needed architecture refinements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Key lesson:</a:t>
            </a:r>
            <a:r>
              <a:rPr sz="1400" b="0">
                <a:solidFill>
                  <a:srgbClr val="2D2D2D"/>
                </a:solidFill>
                <a:latin typeface="Calibri"/>
              </a:rPr>
              <a:t> Normalization statistics must match inference conditions exactly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DDPM successfully learns multi-style trajectory distribution from mixed demos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84% task success</a:t>
            </a:r>
            <a:r>
              <a:rPr sz="1600" b="0">
                <a:solidFill>
                  <a:srgbClr val="2D2D2D"/>
                </a:solidFill>
                <a:latin typeface="Calibri"/>
              </a:rPr>
              <a:t> demonstrates viable base policy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But base policy is largely illegible</a:t>
            </a:r>
            <a:r>
              <a:rPr sz="1600" b="0">
                <a:solidFill>
                  <a:srgbClr val="2D2D2D"/>
                </a:solidFill>
                <a:latin typeface="Calibri"/>
              </a:rPr>
              <a:t> (VLO assessment in Week 3)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Training-free steering is the key advantage — modify behavior without retraining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Architecture is simple — 1D U-Net with ResBlocks, not transformer-based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