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Legible Robot Trajectories via</a:t>
            </a:r>
            <a:br/>
            <a:r>
              <a:t>Diffusion Policy + VLM Guidance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BEAFE"/>
                </a:solidFill>
                <a:latin typeface="Calibri"/>
              </a:defRPr>
            </a:pPr>
            <a:r>
              <a:t>Thesis Progress Report: Decisions, Debugging &amp; Results</a:t>
            </a:r>
            <a:br/>
            <a:r>
              <a:t>TwoBlockPick  |  Franka Panda  |  Gemini VLM  |  LegDiff CFG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749039"/>
            <a:ext cx="4876495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BEAFE"/>
                </a:solidFill>
                <a:latin typeface="Calibri"/>
              </a:defRPr>
            </a:pPr>
            <a:r>
              <a:t>February 8 – March 31, 2026  |  10 Engineering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Research Context &amp;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What is legibility and why does it matter for human-robot interaction?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217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Legibility (Dragan et al., 2013): An observer can predict the</a:t>
            </a:r>
            <a:br/>
            <a:r>
              <a:t>robot's goal early in the trajectory (first 30-40% of motion).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Problem: Diffusion policies produce efficient but ambiguous</a:t>
            </a:r>
            <a:br/>
            <a:r>
              <a:t>straight-line paths — an observer cannot tell which block the</a:t>
            </a:r>
            <a:br/>
            <a:r>
              <a:t>robot intends to pick until it is almost there.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Goal: Steer the policy at inference time to produce curved</a:t>
            </a:r>
            <a:br/>
            <a:r>
              <a:t>(arcing) trajectories that reveal intent earlier, without</a:t>
            </a:r>
            <a:br/>
            <a:r>
              <a:t>sacrificing task success and without retraining.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Four steering setups explored: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1. Online VLM Best-of-K reranking (Feb 24)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2. Proxy geometric scorer (Feb 26)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3. Paired replanning with VLM (Feb 28)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4. LegDiff: CFG-conditioned diffusion (Mar 30)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280160"/>
            <a:ext cx="4572000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4754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TwoBlockPick: Franka Panda, two red blocks</a:t>
            </a:r>
            <a:br/>
            <a:r>
              <a:t>at y=±0.07m, 22-dim obs, 5-dim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Task, Environment &amp; Demonstration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400 Bézier demonstrations  |  20 arc levels × 2 sides × 10 configs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182880"/>
            <a:ext cx="1828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Calibri"/>
              </a:defRPr>
            </a:pPr>
            <a:r>
              <a:t>Phase 1</a:t>
            </a:r>
            <a:br/>
            <a:r>
              <a:t>Feb 8–13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36576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3794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2A4A"/>
                </a:solidFill>
                <a:latin typeface="Calibri"/>
              </a:defRPr>
            </a:pPr>
            <a:r>
              <a:t>Arc 00 — Straight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188720"/>
            <a:ext cx="3657600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0" y="3794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2A4A"/>
                </a:solidFill>
                <a:latin typeface="Calibri"/>
              </a:defRPr>
            </a:pPr>
            <a:r>
              <a:t>Arc 10 — Moderate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188720"/>
            <a:ext cx="3657600" cy="2560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55279" y="3794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2A4A"/>
                </a:solidFill>
                <a:latin typeface="Calibri"/>
              </a:defRPr>
            </a:pPr>
            <a:r>
              <a:t>Arc 19 — Strong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9768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Observation 22-dim: EE pose (7) + block pos (6) + gripper (2) + joints (7)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Action 5-dim: Δx, Δy, Δz, Δyaw, gripper  |  Scale: 0.05 m/step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Camera: yaw=135°, pitch=−30°, dist=0.9m  |  640×480 @ 30Hz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Bézier arc index 0–19 controls curvature; class 15–19 = legible arcs (arc &gt; 0.134m)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Each config places blocks at fixed positions; arc determines approach trajectory shape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Decision 1: Architecture Search — 12 Training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Why we settled on UNet Conv1d (8.7M params) over smaller MLP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182880"/>
            <a:ext cx="1828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Calibri"/>
              </a:defRPr>
            </a:pPr>
            <a:r>
              <a:t>Phase 2</a:t>
            </a:r>
            <a:br/>
            <a:r>
              <a:t>Feb 8–22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1612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Epochs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Success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Feb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MLP 3-layer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~1M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Too small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Feb 10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MLP 6-layer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~3M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Still fails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Feb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Conv1d shallow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~5M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Under capacity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4-7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Feb 11–13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Various MLPs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1–5M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All fail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Feb 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UNet Conv1d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8.7M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✔ First success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Feb 17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UNet H=48 n=16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8.7M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0–8%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Horizon broke it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Feb 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UNet + bug fixes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8.7M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84–96%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✔ FINAL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38912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Key insight: Small models (1–5M params) cannot represent the 400-demo multimodal distribution with 20 arc levels. UNet Conv1d with skip connections was necessary.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Run 8 was the first to succeed — 14% at epoch 300. Runs 1–7 all got 0%.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Run 9 changed horizon 32→48 and execute_steps 8→16 simultaneously — broke the policy entirely. Reverted in Run 10.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Run 10 with critical bug fixes (see next slides) achieved 84–96% success.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Decision 2: Fixing execute_steps — 0% → 50%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Training loss was 0.004 (good) but simulation success was 0% (bad)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182880"/>
            <a:ext cx="1828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Calibri"/>
              </a:defRPr>
            </a:pPr>
            <a:r>
              <a:t>Phase 3</a:t>
            </a:r>
            <a:br/>
            <a:r>
              <a:t>Feb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Symptom: Checkpoint loss was excellent (0.004) but the</a:t>
            </a:r>
            <a:br/>
            <a:r>
              <a:t>robot failed every episode in simulation.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Root Cause: execute_steps was set to 16 in eval,</a:t>
            </a:r>
            <a:br/>
            <a:r>
              <a:t>but the model was trained on consecutive timesteps.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• Training sees: obs[t], obs[t+1], obs[t+2], ...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• With es=16: obs[t], obs[t+16], obs[t+32], ...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• The model sees OOD (out-of-distribution) observations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• → erratic actions → 0% success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Fix: Set execute_steps = 8 everywhere.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• es=1: 0% (too chaotic, constant replanning)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• es=8: 10–50% ✔ (matches training temporal structure)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• es=16: 0% ✘ (OOD observations)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Lesson: Eval temporal structure must match training.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1371600"/>
          <a:ext cx="4389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execute_steps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Success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✘ Chaotic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10–50%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✔ Optimal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✘ OOD obs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411480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This was the first major debugging</a:t>
            </a:r>
            <a:br/>
            <a:r>
              <a:t>breakthrough. It took 3 days of</a:t>
            </a:r>
            <a:br/>
            <a:r>
              <a:t>systematic testing to isolate</a:t>
            </a:r>
            <a:br/>
            <a:r>
              <a:t>execute_steps as the root cause.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Decision 3: Horizon Mismatch — Don't Change Multiple Hyperparams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Changed H, n_action_steps, smooth_weight simultaneously → 0% success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182880"/>
            <a:ext cx="1828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Calibri"/>
              </a:defRPr>
            </a:pPr>
            <a:r>
              <a:t>Phase 3</a:t>
            </a:r>
            <a:br/>
            <a:r>
              <a:t>Feb 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Horizon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n_action_steps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smooth_weight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Success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Working reference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Run 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0.05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Action amplification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Run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Action suppression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Run 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0.01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14%+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✔ Reverted baseline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749039"/>
            <a:ext cx="11430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Hypothesis was that longer horizon (48) would let the model plan further ahead.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Why it failed: Demos collected with H=32 temporal structure. H=48 creates chunks that span multiple sub-goals (approach + descent + grasp), confusing the model.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Additional problem: smooth_weight=0.05 (5× stronger) over-smoothed action predictions for the longer horizon — actions were 30–60% of demo standard deviation.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Initial misdiagnosis: Blamed DDPM sampling ('action amplification'). Switching to DDIM didn't help — Run 3 got 0%. The real cause was the horizon change.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Lesson: Change ONE hyperparameter at a time. Reverted to baseline config.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Decision 4: Four Critical Diffusion Bugs — 14% → 84–96%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Feb 22: Research-backed analysis against Chi et al. 2023 reference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182880"/>
            <a:ext cx="1828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Calibri"/>
              </a:defRPr>
            </a:pPr>
            <a:r>
              <a:t>Phase 4</a:t>
            </a:r>
            <a:br/>
            <a:r>
              <a:t>Feb 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1612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Bug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Was Wrong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Fix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#1 tanh on 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Model output clipped to [-1,1]</a:t>
                      </a:r>
                    </a:p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by torch.tanh(). DDPM requires</a:t>
                      </a:r>
                    </a:p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unbounded noise predictions.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–80%</a:t>
                      </a:r>
                    </a:p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(Critical)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Removed tanh().</a:t>
                      </a:r>
                    </a:p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Model now predicts</a:t>
                      </a:r>
                    </a:p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unbounded ε.</a:t>
                      </a:r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#2 Normalization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Checkpoint stored act_mean=[0]</a:t>
                      </a:r>
                    </a:p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and act_std=[1] instead of</a:t>
                      </a:r>
                    </a:p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real demo statistics.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–20%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Saved actual demo</a:t>
                      </a:r>
                    </a:p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statistics in ckpt.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#3 No 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No exponential moving average.</a:t>
                      </a:r>
                    </a:p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Weights oscillated during training.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–10%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Added EMA with</a:t>
                      </a:r>
                    </a:p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decay=0.999.</a:t>
                      </a:r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#4 Beta schedule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beta_end=0.02 gave ᾱ_T=0.36.</a:t>
                      </a:r>
                    </a:p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Samples start from structured</a:t>
                      </a:r>
                    </a:p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noise, not pure Gaussian.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–5%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Set beta_end=0.1</a:t>
                      </a:r>
                    </a:p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ᾱ_T ≈ 0.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512064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6B52"/>
                </a:solidFill>
                <a:latin typeface="Calibri"/>
              </a:defRPr>
            </a:pPr>
            <a:r>
              <a:t>After all four fixes: 84–96% task success (up from 14% before fixes, 0% before execute_steps fix). This is the checkpoint used for all subsequent experiments:</a:t>
            </a:r>
            <a:br/>
            <a:r>
              <a:t>runs/diffusion_20260222_195530/ckpt_ep100.pt (101 MB, 8.7M parameters, 100 epochs).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Decision 5: DDIM Strided Schedule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Enabling fast 10-step inference instead of 100-step DDPM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182880"/>
            <a:ext cx="1828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Calibri"/>
              </a:defRPr>
            </a:pPr>
            <a:r>
              <a:t>Phase 4</a:t>
            </a:r>
            <a:br/>
            <a:r>
              <a:t>Feb 17–22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Original DDIM bug: Assumed consecutive timesteps (t_prev = t − 1),</a:t>
            </a:r>
            <a:br/>
            <a:r>
              <a:t>which forced all 100 diffusion steps even with DDIM.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Fix: Added explicit t_prev parameter to p_sample_ddim().</a:t>
            </a:r>
            <a:br/>
            <a:r>
              <a:t>Built strided schedule: [99, 93, 88, …, 0] for 10 steps.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Validation: Compared single-step DDIM vs DDPM at same timestep:</a:t>
            </a:r>
            <a:br/>
            <a:r>
              <a:t>  DDIM/DDPM ratio = 1.03 (within numerical precision).</a:t>
            </a:r>
            <a:br/>
            <a:r>
              <a:t>  → DDIM coefficients are correct.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The 0.45–0.67× action suppression seen in full rollouts was</a:t>
            </a:r>
            <a:br/>
            <a:r>
              <a:t>cumulative divergence over 100 steps, not a per-step bug.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Result: DDIM 10 steps matches DDPM 100 steps in quality,</a:t>
            </a:r>
            <a:br/>
            <a:r>
              <a:t>with 10× faster inference. Used for all subsequent experiments.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1371600"/>
          <a:ext cx="4389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Sampler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Quality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DDPM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DDIM (old)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Same (bug forced 100)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DDIM (fixed)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Equivalent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365760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Single-step diagnostic at multiple</a:t>
            </a:r>
            <a:br/>
            <a:r>
              <a:t>timesteps (t=90,70,50,30,10):</a:t>
            </a:r>
            <a:br/>
            <a:br/>
            <a:r>
              <a:t>DDIM/DDPM x_prev ratio:</a:t>
            </a:r>
            <a:br/>
            <a:r>
              <a:t>1.006, 1.014, 1.028, 1.032, 1.093</a:t>
            </a:r>
            <a:br/>
            <a:r>
              <a:t>→ All within 10% = correct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Result: Working Diffusion Policy (84–96% Success)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Checkpoint: diffusion_20260222_195530/ckpt_ep100.pt  |  8.7M params  |  UNet Conv1d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182880"/>
            <a:ext cx="1828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Calibri"/>
              </a:defRPr>
            </a:pPr>
            <a:r>
              <a:t>Phase 5</a:t>
            </a:r>
            <a:br/>
            <a:r>
              <a:t>Feb 22–24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229600" cy="1280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1463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  <a:latin typeface="Calibri"/>
              </a:defRPr>
            </a:pPr>
            <a:r>
              <a:t>Straight (arc 00) — ambiguous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822960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0" y="3200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  <a:latin typeface="Calibri"/>
              </a:defRPr>
            </a:pPr>
            <a:r>
              <a:t>Moderate arc (arc 12) — somewhat legible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663440"/>
            <a:ext cx="8229600" cy="1280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0" y="493775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  <a:latin typeface="Calibri"/>
              </a:defRPr>
            </a:pPr>
            <a:r>
              <a:t>Strong arc (arc 19) — highly legible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Policy architecture: obs_dim=22, act_dim=5, horizon=32, execute 8 steps, 256-dim hidden, 6 residual blocks, DDIM 10 steps at inference.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686800" y="1188720"/>
          <a:ext cx="3200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Success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84–96%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Avg steps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343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Epochs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Training time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~1.5 hours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Decision 6: Online VLM Best-of-K Steering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Inference-time reranking of trajectory candidates using Gemini VLM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182880"/>
            <a:ext cx="1828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Calibri"/>
              </a:defRPr>
            </a:pPr>
            <a:r>
              <a:t>Phase 5</a:t>
            </a:r>
            <a:br/>
            <a:r>
              <a:t>Feb 24–26</a:t>
            </a:r>
          </a:p>
        </p:txBody>
      </p:sp>
      <p:pic>
        <p:nvPicPr>
          <p:cNvPr id="6" name="Picture 5" descr="vlm_fig3_proce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9436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18872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Method: Sample K candidates from diffusion policy with</a:t>
            </a:r>
            <a:br/>
            <a:r>
              <a:t>different random seeds → simulate each for 5 seconds →</a:t>
            </a:r>
            <a:br/>
            <a:r>
              <a:t>capture 6 annotated frames → score with Gemini VLM →</a:t>
            </a:r>
            <a:br/>
            <a:r>
              <a:t>execute trajectory with highest legibility score.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Why this approach? VLM API is non-differentiable, so</a:t>
            </a:r>
            <a:br/>
            <a:r>
              <a:t>gradient-based guidance is impossible. Post-hoc reranking</a:t>
            </a:r>
            <a:br/>
            <a:r>
              <a:t>works with any scoring function and guarantees in-distribution</a:t>
            </a:r>
            <a:br/>
            <a:r>
              <a:t>samples (all candidates came from the trained policy).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Initial result (K=3, 5 episodes):</a:t>
            </a:r>
            <a:br/>
            <a:r>
              <a:t>  • 100% task success (5/5)</a:t>
            </a:r>
            <a:br/>
            <a:r>
              <a:t>  • Mean VLM legibility: 0.750</a:t>
            </a:r>
            <a:br/>
            <a:r>
              <a:t>  • VLM latency: ~5.2 seconds per call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Decision 7: VLM Evaluator V1 — 45% Accuracy (Random Chance)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Five compounding bugs made the trajectory evaluator useless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182880"/>
            <a:ext cx="1828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Calibri"/>
              </a:defRPr>
            </a:pPr>
            <a:r>
              <a:t>Phase 6</a:t>
            </a:r>
            <a:br/>
            <a:r>
              <a:t>Feb 26</a:t>
            </a:r>
          </a:p>
        </p:txBody>
      </p:sp>
      <p:pic>
        <p:nvPicPr>
          <p:cNvPr id="6" name="Picture 5" descr="fig1_v1_vs_v2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486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188720"/>
            <a:ext cx="5943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V1 Evaluator — 5 compounding issues: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1. Camera yaw=135° reverses left/right in image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World LEFT block appears on image RIGHT side.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VLM had no perspective info → random mapping.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2. Prompt was 26,000 characters (XML theory dump)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Overwhelmed the model with abstract framework.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3. Temperature = 0.7 (too high for perception)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Added random variance to deterministic judgments.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4. No visual anchoring — raw video only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VLM had to simultaneously locate blocks +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track trajectory + determine direction.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5. Identical block appearance — both red cubes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14cm apart, indistinguishable by color.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Result: 18/40 = 45% — exactly random chance.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Decision 8: VLM V2 Fix — 45% → 97.5%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Five targeted fixes resolved all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182880"/>
            <a:ext cx="1828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Calibri"/>
              </a:defRPr>
            </a:pPr>
            <a:r>
              <a:t>Phase 7</a:t>
            </a:r>
            <a:br/>
            <a:r>
              <a:t>Feb 28</a:t>
            </a:r>
          </a:p>
        </p:txBody>
      </p:sp>
      <p:pic>
        <p:nvPicPr>
          <p:cNvPr id="6" name="Picture 5" descr="fig6_annotated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02920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118872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V2 Fixes (each targeting one V1 bug):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1. Annotated reference frame with colored markers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Blue circle = Block A, Green circle = Block B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VLM sees which block is where in the image.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2. Prompt reduced to 1,180 characters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Concise: describe scene, reference image, ask.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3. Temperature lowered to 0.1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Near-deterministic perceptual judgments.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4. Image-space reasoning + coordinate mapping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VLM answers 'Block A or B?' (image space).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Eval harness maps to world space using known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camera calibration: image_left = world_right.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5. Multi-modal input: annotated frame + video + prompt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Result: 39/40 = 97.5% accuracy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LEFT:  19/20 (95%)  |  RIGHT: 20/20 (100%)</a:t>
            </a:r>
          </a:p>
        </p:txBody>
      </p:sp>
      <p:pic>
        <p:nvPicPr>
          <p:cNvPr id="8" name="Picture 7" descr="fig4_v2_eval_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846320"/>
            <a:ext cx="5029200" cy="164592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0" y="5029200"/>
          <a:ext cx="3200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 LEFT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 RIGHT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GT LEFT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GT RIGHT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0" y="5029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Key insight: The VLM's</a:t>
            </a:r>
            <a:br/>
            <a:r>
              <a:t>perception was never the</a:t>
            </a:r>
            <a:br/>
            <a:r>
              <a:t>bottleneck — the failure</a:t>
            </a:r>
            <a:br/>
            <a:r>
              <a:t>was entirely a grounding</a:t>
            </a:r>
            <a:br/>
            <a:r>
              <a:t>problem.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VLM Debug Marathon — 23 Runs in One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Feb 28: Systematic testing to understand why overhead camera struggles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182880"/>
            <a:ext cx="1828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Calibri"/>
              </a:defRPr>
            </a:pPr>
            <a:r>
              <a:t>Phase 7</a:t>
            </a:r>
            <a:br/>
            <a:r>
              <a:t>Feb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After V2 evaluator reached 97.5%, we tested how well it could differentiate</a:t>
            </a:r>
            <a:br/>
            <a:r>
              <a:t>between arc magnitudes (not just left vs right).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23 debug runs (vlm_debug_20260228_*) explored: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• Different camera viewpoints (overhead, angled, front)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• Different arc class pairs (arc04 vs arc10, arc04 vs arc15, arc10 vs arc15)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• Different temporal sampling (t=1s, 2s, 3s, 4s, 5s, 6s)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• Pairwise perception tests with side-by-side image comparisons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Key finding: The overhead camera (yaw=135°) compresses lateral displacement.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Arc 04 vs arc 15 look very similar from above. The VLM can distinguish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LEFT vs RIGHT reliably, but cannot rank arc magnitudes precisely.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This motivated the shift from 'VLM ranks arcs' to 'VLM confirms direction,</a:t>
            </a:r>
            <a:br/>
            <a:r>
              <a:t>geometric metric ranks arc magnitude' — the hybrid approach used in the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paired replanning experiments.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Result: Paired Replanning — +69.4% Arc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4 paired episodes: same seed, baseline vs VLM-steered, 100% success both sides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182880"/>
            <a:ext cx="1828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Calibri"/>
              </a:defRPr>
            </a:pPr>
            <a:r>
              <a:t>Phase 8</a:t>
            </a:r>
            <a:br/>
            <a:r>
              <a:t>Feb 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Pair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Arc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Guided Arc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Improvement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Legibility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RIGHT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0.631 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0.635 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+0.6%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RIGHT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0.033 m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0.750 m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+2204%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0.990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LEFT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0.403 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0.891 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+121%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0.850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LEFT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0.690 m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0.701 m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+1.5%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0.950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0.439 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0.744 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+69.4%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0.948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48056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Same-block accuracy: 100% — VLM-guided always matched baseline's target block.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Arc-15-19 selection: 100% — all guided trajectories selected legible arcs.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Task success: 100% for both baseline and guided (all 8 episodes succeeded).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Pair 2 shows the biggest impact: baseline was nearly straight (0.033m),</a:t>
            </a:r>
            <a:br/>
            <a:r>
              <a:t>guided found a strongly curved alternative (0.750m) to the same block.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Selection method: arc15_legible — among candidates with VLM legibility ≥ 0.70,</a:t>
            </a:r>
            <a:br/>
            <a:r>
              <a:t>pick the one with highest geometric arc magnitude.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Result: 50-Episode VLM Steering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Baseline (no steering) vs VLM-steered (K=10, proxy scorer)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182880"/>
            <a:ext cx="1828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Calibri"/>
              </a:defRPr>
            </a:pPr>
            <a:r>
              <a:t>Phase 8</a:t>
            </a:r>
            <a:br/>
            <a:r>
              <a:t>Mar 1–9</a:t>
            </a:r>
          </a:p>
        </p:txBody>
      </p:sp>
      <p:pic>
        <p:nvPicPr>
          <p:cNvPr id="6" name="Picture 5" descr="vlm_fig1_arc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32004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188720"/>
          <a:ext cx="56692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VLM-Steered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Episodes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Task Success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94% (47/50)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98% (proxy)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+4%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Mean Arc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0.080 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0.114 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+42.5%</a:t>
                      </a:r>
                    </a:p>
                  </a:txBody>
                  <a:tcPr anchor="ctr"/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Arc 00–04 (straight)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−38 pp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Arc 15–19 (strong)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34%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+28 pp</a:t>
                      </a:r>
                    </a:p>
                  </a:txBody>
                  <a:tcPr anchor="ctr"/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VLM Legibility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0.604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0.946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+56.6%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Steering Acc.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75488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Calibri"/>
              </a:defRPr>
            </a:pPr>
            <a:r>
              <a:t>Without steering, 58% of trajectories are straight (arc 00–04) and ambiguous. VLM steering shifts the distribution: only 20% straight, 34% strongly curved.</a:t>
            </a:r>
            <a:br/>
            <a:r>
              <a:t>Proxy scorer achieves comparable steering at 98% success vs 70% for pure VLM (because VLM sometimes selects visually legible but task-risky candidates).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Decision 9: The Success–Legibility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Pure VLM steering drops success to 70% — this motivated LegDiff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182880"/>
            <a:ext cx="1828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Calibri"/>
              </a:defRPr>
            </a:pPr>
            <a:r>
              <a:t>Phase 8</a:t>
            </a:r>
            <a:br/>
            <a:r>
              <a:t>Mar 9</a:t>
            </a:r>
          </a:p>
        </p:txBody>
      </p:sp>
      <p:pic>
        <p:nvPicPr>
          <p:cNvPr id="6" name="Picture 5" descr="vlm_fig4_success_leg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9436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18872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The core problem: Best-of-K VLM steering improves</a:t>
            </a:r>
            <a:br/>
            <a:r>
              <a:t>legibility by +57% but drops success from 94% to 70%.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Why? The VLM selects candidates that look legible but</a:t>
            </a:r>
            <a:br/>
            <a:r>
              <a:t>may be on the edge of the policy's capability. Strongly</a:t>
            </a:r>
            <a:br/>
            <a:r>
              <a:t>curved arcs are harder to execute successfully.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Three solutions explored: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1. Proxy scorer (8 geometric features) → 98% success</a:t>
            </a:r>
            <a:br/>
            <a:r>
              <a:t>     but requires environment simulation for candidates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2. Best-of-16 sampling → L_post=0.852 (+10.1%)</a:t>
            </a:r>
            <a:br/>
            <a:r>
              <a:t>     but modest legibility gain, expensive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3. LegDiff with CFG (chosen) → 100% success +</a:t>
            </a:r>
            <a:br/>
            <a:r>
              <a:t>     L_early=0.934 — no trade-off, trains a new model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Decision: Pursue LegDiff as the principled solution.</a:t>
            </a:r>
            <a:br/>
            <a:r>
              <a:t>It learns goal-conditioned legibility during training,</a:t>
            </a:r>
            <a:br/>
            <a:r>
              <a:t>so inference-time steering doesn't hurt success.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Best-of-K Analysis: How Much Diversity Exists?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Sampling K candidates from the same observation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182880"/>
            <a:ext cx="1828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Calibri"/>
              </a:defRPr>
            </a:pPr>
            <a:r>
              <a:t>Phase 8</a:t>
            </a:r>
            <a:br/>
            <a:r>
              <a:t>Mar 9</a:t>
            </a:r>
          </a:p>
        </p:txBody>
      </p:sp>
      <p:pic>
        <p:nvPicPr>
          <p:cNvPr id="6" name="Picture 5" descr="vlm_fig5_candidate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943600" cy="36576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0" y="118872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L_early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L_posterior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Relative Gain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 (baseline)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0.756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0.810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+2.7%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0.778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0.831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+5.3%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0.793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0.844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+7.0%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0.806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0.852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+10.1%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41148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Diminishing returns: Going from K=1 to K=16 only gains 10.1%.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The policy's natural diversity is limited — most candidates cluster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around similar arc magnitudes for the same observation.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Arc diversity analysis (100 rollouts): mean_entropy=0.284,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87% failure rate, only 13% picked either block reliably.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The policy collapsed to producing similar trajectories.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This showed that post-hoc reranking has a ceiling.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For larger legibility gains, we need to modify the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generation process itself → LegDiff.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Decision 10: LegDiff — Classifier-Free Guidance for Legibility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Goal-conditioned diffusion policy with null-goal dropout (p_uncond=0.15)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182880"/>
            <a:ext cx="1828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Calibri"/>
              </a:defRPr>
            </a:pPr>
            <a:r>
              <a:t>Phase 10</a:t>
            </a:r>
            <a:br/>
            <a:r>
              <a:t>Mar 30–31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943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Architecture: GoalCondDiffusionPolicy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• Same UNet Conv1d backbone as baseline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• Added: Goal embedding (3 tokens: left/right/null)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• During training: 15% of batches use null goal (dropout)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• At inference: CFG formula steers toward specified goal: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  ε̃ = ε_uncond + w · (ε_cond − ε_uncond)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  where w = 3.0 (guidance scale)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Training details: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• 150 epochs, batch_size=256, lr=1e-4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• Mirror augmentation (doubles dataset, flips goal labels)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• Weighted sampling (priority on early timesteps t &lt; 10%)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• Loss: 0.047 → 0.0018 (96.3% reduction over 100 epochs)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Key reference: Bronars et al. (RA-L 2024)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'Legibility Diffuser: Offline Imitation for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 Intent-Expressive Motion'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Model Structure:</a:t>
            </a:r>
          </a:p>
          <a:p>
            <a:pPr>
              <a:spcAft>
                <a:spcPts val="8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Time: Sinusoidal(128) → Linear(256)</a:t>
            </a:r>
          </a:p>
          <a:p>
            <a:pPr>
              <a:spcAft>
                <a:spcPts val="8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Obs:  Linear(22 → 256)</a:t>
            </a:r>
          </a:p>
          <a:p>
            <a:pPr>
              <a:spcAft>
                <a:spcPts val="8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Goal: Embedding(3 → 256)</a:t>
            </a:r>
          </a:p>
          <a:p>
            <a:pPr>
              <a:spcAft>
                <a:spcPts val="8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Input: Conv1d(5 → 256)</a:t>
            </a:r>
          </a:p>
          <a:p>
            <a:pPr>
              <a:spcAft>
                <a:spcPts val="8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Encoder: ResBlock(256→256) → ResBlock(256→512)</a:t>
            </a:r>
          </a:p>
          <a:p>
            <a:pPr>
              <a:spcAft>
                <a:spcPts val="8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Bottleneck: ResBlock(512→512)</a:t>
            </a:r>
          </a:p>
          <a:p>
            <a:pPr>
              <a:spcAft>
                <a:spcPts val="8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Decoder: ResBlock(1024→512) → ResBlock(512→256)</a:t>
            </a:r>
          </a:p>
          <a:p>
            <a:pPr>
              <a:spcAft>
                <a:spcPts val="8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Output: Conv1d(256 → 5)</a:t>
            </a:r>
          </a:p>
          <a:p>
            <a:pPr>
              <a:spcAft>
                <a:spcPts val="800"/>
              </a:spcAft>
              <a:defRPr sz="1100">
                <a:solidFill>
                  <a:srgbClr val="6B728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Checkpoint: 34 MB (vs 101 MB baseline)</a:t>
            </a:r>
          </a:p>
          <a:p>
            <a:pPr>
              <a:spcAft>
                <a:spcPts val="8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Smaller because no EMA weights saved.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0" y="4389120"/>
          <a:ext cx="3200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Epoch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Loss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0.0469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0.0075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0.0027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0.0018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Result: LegDiff — 100% Success + High Legibility, No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20 episodes (CFG only) + 10 episodes (CFG + VLM K=3)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182880"/>
            <a:ext cx="1828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Calibri"/>
              </a:defRPr>
            </a:pPr>
            <a:r>
              <a:t>Phase 10</a:t>
            </a:r>
            <a:br/>
            <a:r>
              <a:t>Mar 31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Episodes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Success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L_early (mean)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L_early (std)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Goal Match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0.919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±0.029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LegDiff CFG w=3.0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0.935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±0.020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LegDiff + VLM K=3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0.955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±0.013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47472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LegDiff achieves the thesis goal: increased legibility without sacrificing success.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Comparison to previous best results: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• Online VLM Best-of-K: 70% success, 0.946 VLM legibility — big success drop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• Proxy scorer: 98% success, 100% steering accuracy — good but needs simulator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• LegDiff CFG: 100% success, L_early=0.935 — no trade-off, no simulator needed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• LegDiff + VLM: 100% success, L_early=0.955 — best of all methods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Why LegDiff resolves the trade-off: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The policy was TRAINED to produce goal-directed legible trajectories.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CFG amplifies the goal signal during denoising, pushing the trajectory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toward one that clearly reveals the intended goal. Because this is baked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into the sampling process, there is no separate selection step that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might pick task-risky candidates.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Complete Results: Every Method Compared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Success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Legibility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Finding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Base diffusion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Feb 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84–96%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Working policy after 4 bug fixes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VLM K=3 (online)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Feb 26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100% (n=5)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0.750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Proof of concept, expensive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VLM v1 evaluator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Feb 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45% acc.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Random chance — 5 bugs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VLM v2 evaluator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Feb 28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97.5% acc.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0.919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Grounding fix resolved it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Paired replan (4)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Feb 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0.948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+69.4% arc, same block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Proxy scorer (50)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Mar 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98%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100% steer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Geom features, &lt;1ms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Best-of-16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Mar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0.852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+10.1% — ceiling on diversity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LegDiff CFG (20)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Mar 31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0.935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No trade-off!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LegDiff+VLM (10)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Mar 31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0.955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Best overall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6B52"/>
                </a:solidFill>
                <a:latin typeface="Calibri"/>
              </a:defRPr>
            </a:pPr>
            <a:r>
              <a:t>Evolution of the approach: Online VLM → VLM evaluator fix → paired replanning → proxy scorer → diversity ceiling hit → LegDiff resolves the trade-off.</a:t>
            </a:r>
          </a:p>
        </p:txBody>
      </p:sp>
      <p:pic>
        <p:nvPicPr>
          <p:cNvPr id="6" name="Picture 5" descr="fig5_fina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2781280" cy="47853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Decision Flow: Why Each Step Led to the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1. Architecture search (Feb 8–13): 7 failed runs → UNet Conv1d works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WHY: Small MLPs can't represent 400-demo multimodal distribution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2. execute_steps fix (Feb 16): 0% → 50% success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WHY: Training temporal structure must match eval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3. Horizon revert (Feb 17): 0–8% → 14% success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WHY: Changed 3 hyperparams at once, couldn't isolate cause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4. Diffusion bug fixes (Feb 22): 14% → 84–96% success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WHY: tanh on noise, wrong norm, no EMA, bad beta schedule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5. VLM steering (Feb 24): Works but expensive (∼5s/call)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WHY: VLM is non-differentiable, so reranking is the only option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6. VLM evaluator fix (Feb 28): 45% → 97.5% accuracy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WHY: Camera yaw=135° reverses image, needed visual anchoring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7. Paired replanning (Feb 28): +69.4% arc, 0.948 legibility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WHY: Validated steering preserves task while improving legibility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8. Diversity ceiling (Mar 9): Best-of-16 gains only +10.1%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WHY: Policy naturally clusters around similar arcs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9. LegDiff CFG (Mar 30–31): 100% success, 0.935 legibility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WHY: Trains goal-awareness into the model → no reranking needed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Timeline: Feb 8 – Mar 31, 2026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Work Done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Outcome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Feb 8–13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Demo collection + architecture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400 demos, UNet Conv1d selected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Feb 13–16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Action collapse debugging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execute_steps=8 fix, 0→50%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Feb 16–17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Horizon mismatch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Reverted H=32, n=8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Feb 17–22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DDIM + diffusion fixes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4 bugs fixed, 84–96% success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Feb 22–24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VLM steering implementation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Best-of-K, Gemini integration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Feb 24–26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VLM evaluator V1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45% accuracy, 5 bugs found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Feb 26–28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VLM V2 + debug marathon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97.5% accuracy, 23 debug runs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Feb 28–Mar 9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Paired replanning + proxy scorer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+69.4% arc, 98% success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Mar 9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Best-of-K analysis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Diversity ceiling at +10.1%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Mar 30–31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LegDiff CFG training + eval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Calibri"/>
                        </a:defRPr>
                      </a:pPr>
                      <a:r>
                        <a:t>100% success, L=0.935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Red = debugging phases  |  Green = implementation &amp; results phases  |  Total: 12 training runs, 30+ VLM debug runs, 67 experiment directories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Honest Assessment: Limitations &amp; Open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1. Small evaluation scale: LegDiff tested on 20+10 episodes.</a:t>
            </a:r>
            <a:br/>
            <a:r>
              <a:t>   Larger-scale evaluation (100+ episodes) needed for confidence.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2. Single environment: TwoBlockPick with two identical blocks.</a:t>
            </a:r>
            <a:br/>
            <a:r>
              <a:t>   Generalisation to different objects, more goals, longer</a:t>
            </a:r>
            <a:br/>
            <a:r>
              <a:t>   horizons, or real robot hardware is not yet shown.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3. Legibility metric is geometric (arc displacement), not</a:t>
            </a:r>
            <a:br/>
            <a:r>
              <a:t>   human-validated. Human studies needed to confirm that</a:t>
            </a:r>
            <a:br/>
            <a:r>
              <a:t>   arced trajectories are actually perceived as more legible.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4. VLM calls are expensive (∼5s each). The LegDiff approach</a:t>
            </a:r>
            <a:br/>
            <a:r>
              <a:t>   avoids runtime VLM, but training requires goal labels which</a:t>
            </a:r>
            <a:br/>
            <a:r>
              <a:t>   were derived from the demo structure (left/right block).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5. No real-robot experiments. All results are in PyBullet</a:t>
            </a:r>
            <a:br/>
            <a:r>
              <a:t>   simulation. Sim-to-real transfer is an open question.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6. CFG scale w=3.0 was chosen based on limited tuning.</a:t>
            </a:r>
            <a:br/>
            <a:r>
              <a:t>   A systematic sweep over w could improve results further.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Further Work Is Expected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BEAFE"/>
                </a:solidFill>
                <a:latin typeface="Calibri"/>
              </a:defRPr>
            </a:pPr>
            <a:r>
              <a:t>Concrete next steps toward thesis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1. Large-scale LegDiff evaluation (100+ episodes)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 Establish statistically significant results with confidence intervals.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2. CFG scale sweep (w = 1.0, 2.0, 3.0, 5.0, 7.0)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 Characterise the success–legibility Pareto frontier for LegDiff.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3. Human study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 Show trajectory videos to participants; measure time-to-prediction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 of the robot's goal. Validate that geometric arc ≈ perceptual legibility.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4. Additional environments / robot tasks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 Test on 3+ objects, different workspaces, or longer-horizon tasks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 to assess generality of the approach.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5. Sim-to-real transfer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 Deploy on real Franka Panda (if available) or comparable hardware.</a:t>
            </a:r>
            <a:br/>
            <a:r>
              <a:t>   Verify VLM + LegDiff approach works outside simulation.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6. Thesis writing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 Draft chapters: Background, Methodology, Experiments, Analysis.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   All experimental infrastructure and results exist to support writing.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188720"/>
            <a:ext cx="4876495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1.  Built a working diffusion policy for TwoBlockPick (84–96% success)</a:t>
            </a:r>
            <a:br/>
            <a:r>
              <a:t>     after fixing 4 critical bugs in the diffusion implementation.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2.  Implemented VLM-based trajectory evaluation and steering,</a:t>
            </a:r>
            <a:br/>
            <a:r>
              <a:t>     fixing the evaluator from 45% → 97.5% accuracy along the way.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3.  Demonstrated that Best-of-K VLM steering improves legibility (+57%)</a:t>
            </a:r>
            <a:br/>
            <a:r>
              <a:t>     but has a success–legibility trade-off (100% → 70% success).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4.  Identified a diversity ceiling (best-of-16 gains only +10.1%),</a:t>
            </a:r>
            <a:br/>
            <a:r>
              <a:t>     motivating a fundamentally different approach.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5.  LegDiff (Classifier-Free Guidance) resolves the trade-off:</a:t>
            </a:r>
            <a:br/>
            <a:r>
              <a:t>     100% success + L_early = 0.935 (CFG) / 0.955 (CFG + VLM).</a:t>
            </a:r>
            <a:br/>
            <a:r>
              <a:t>     No runtime VLM needed, no simulator needed, no success drop.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6.  Complete experimental pipeline built: 67 run directories,</a:t>
            </a:r>
            <a:br/>
            <a:r>
              <a:t>     13 JSON result files, 16 publication-ready figures, CLI tooling.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